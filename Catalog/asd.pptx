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34587" autoAdjust="0"/>
    <p:restoredTop sz="86441" autoAdjust="0"/>
  </p:normalViewPr>
  <p:slideViewPr>
    <p:cSldViewPr>
      <p:cViewPr varScale="1">
        <p:scale>
          <a:sx n="88" d="100"/>
          <a:sy n="88" d="100"/>
        </p:scale>
        <p:origin x="-2002" y="-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23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5C5FA1-119E-4251-8B6A-137FACD19A34}" type="datetimeFigureOut">
              <a:rPr lang="ru-RU" smtClean="0"/>
              <a:t>10.12.2020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892BB8-B8B1-4D02-BD5C-6C2DEAD74296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892BB8-B8B1-4D02-BD5C-6C2DEAD74296}" type="slidenum">
              <a:rPr lang="ru-RU" smtClean="0"/>
              <a:t>1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27B9574A-AB33-40FA-AD6F-DF89572C84E9}" type="datetimeFigureOut">
              <a:rPr lang="ru-RU" smtClean="0"/>
              <a:t>10.12.2020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809C5E6-AE8F-432C-AEE6-3814F8CFE02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7B9574A-AB33-40FA-AD6F-DF89572C84E9}" type="datetimeFigureOut">
              <a:rPr lang="ru-RU" smtClean="0"/>
              <a:t>10.12.2020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809C5E6-AE8F-432C-AEE6-3814F8CFE025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7B9574A-AB33-40FA-AD6F-DF89572C84E9}" type="datetimeFigureOut">
              <a:rPr lang="ru-RU" smtClean="0"/>
              <a:t>10.12.2020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809C5E6-AE8F-432C-AEE6-3814F8CFE025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7B9574A-AB33-40FA-AD6F-DF89572C84E9}" type="datetimeFigureOut">
              <a:rPr lang="ru-RU" smtClean="0"/>
              <a:t>10.12.2020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809C5E6-AE8F-432C-AEE6-3814F8CFE025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7B9574A-AB33-40FA-AD6F-DF89572C84E9}" type="datetimeFigureOut">
              <a:rPr lang="ru-RU" smtClean="0"/>
              <a:t>10.12.2020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809C5E6-AE8F-432C-AEE6-3814F8CFE025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7B9574A-AB33-40FA-AD6F-DF89572C84E9}" type="datetimeFigureOut">
              <a:rPr lang="ru-RU" smtClean="0"/>
              <a:t>10.12.2020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809C5E6-AE8F-432C-AEE6-3814F8CFE025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7B9574A-AB33-40FA-AD6F-DF89572C84E9}" type="datetimeFigureOut">
              <a:rPr lang="ru-RU" smtClean="0"/>
              <a:t>10.12.2020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809C5E6-AE8F-432C-AEE6-3814F8CFE02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27B9574A-AB33-40FA-AD6F-DF89572C84E9}" type="datetimeFigureOut">
              <a:rPr lang="ru-RU" smtClean="0"/>
              <a:t>10.12.2020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809C5E6-AE8F-432C-AEE6-3814F8CFE025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27B9574A-AB33-40FA-AD6F-DF89572C84E9}" type="datetimeFigureOut">
              <a:rPr lang="ru-RU" smtClean="0"/>
              <a:t>10.12.2020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4809C5E6-AE8F-432C-AEE6-3814F8CFE025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7B9574A-AB33-40FA-AD6F-DF89572C84E9}" type="datetimeFigureOut">
              <a:rPr lang="ru-RU" smtClean="0"/>
              <a:t>10.12.2020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809C5E6-AE8F-432C-AEE6-3814F8CFE02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7B9574A-AB33-40FA-AD6F-DF89572C84E9}" type="datetimeFigureOut">
              <a:rPr lang="ru-RU" smtClean="0"/>
              <a:t>10.12.2020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809C5E6-AE8F-432C-AEE6-3814F8CFE02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27B9574A-AB33-40FA-AD6F-DF89572C84E9}" type="datetimeFigureOut">
              <a:rPr lang="ru-RU" smtClean="0"/>
              <a:t>10.12.2020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4809C5E6-AE8F-432C-AEE6-3814F8CFE025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Содержимое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k-KZ" dirty="0" smtClean="0"/>
              <a:t>Қазақтың ұлттық тағамы</a:t>
            </a:r>
            <a:r>
              <a:rPr lang="en-US" dirty="0" smtClean="0"/>
              <a:t> -  </a:t>
            </a:r>
            <a:r>
              <a:rPr lang="kk-KZ" dirty="0" smtClean="0"/>
              <a:t>майсөк</a:t>
            </a:r>
            <a:endParaRPr lang="ru-RU" dirty="0"/>
          </a:p>
        </p:txBody>
      </p:sp>
      <p:pic>
        <p:nvPicPr>
          <p:cNvPr id="1027" name="Picture 3" descr="C:\Users\LENOVO\Desktop\Homeworks\Kazakh language\a2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2976" y="1500174"/>
            <a:ext cx="6715172" cy="448237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 smtClean="0"/>
              <a:t>Майсөк </a:t>
            </a:r>
            <a:r>
              <a:rPr lang="ru-RU" dirty="0" smtClean="0"/>
              <a:t>(</a:t>
            </a:r>
            <a:r>
              <a:rPr lang="ru-RU" dirty="0" err="1" smtClean="0"/>
              <a:t>майтары</a:t>
            </a:r>
            <a:r>
              <a:rPr lang="ru-RU" dirty="0" smtClean="0"/>
              <a:t>) - </a:t>
            </a:r>
            <a:r>
              <a:rPr lang="ru-RU" dirty="0" err="1" smtClean="0"/>
              <a:t>ақтаған тарыны</a:t>
            </a:r>
            <a:r>
              <a:rPr lang="ru-RU" dirty="0" smtClean="0"/>
              <a:t> </a:t>
            </a:r>
            <a:r>
              <a:rPr lang="ru-RU" dirty="0" err="1" smtClean="0"/>
              <a:t>(сөкті</a:t>
            </a:r>
            <a:r>
              <a:rPr lang="ru-RU" dirty="0" smtClean="0"/>
              <a:t>) </a:t>
            </a:r>
            <a:r>
              <a:rPr lang="ru-RU" dirty="0" err="1" smtClean="0"/>
              <a:t>майға қуырып </a:t>
            </a:r>
            <a:r>
              <a:rPr lang="ru-RU" dirty="0" err="1" smtClean="0"/>
              <a:t>дайындалатын</a:t>
            </a:r>
            <a:r>
              <a:rPr lang="ru-RU" dirty="0" smtClean="0"/>
              <a:t> </a:t>
            </a:r>
            <a:r>
              <a:rPr lang="ru-RU" dirty="0" err="1" smtClean="0"/>
              <a:t>дәмді тағам болып</a:t>
            </a:r>
            <a:r>
              <a:rPr lang="ru-RU" dirty="0" smtClean="0"/>
              <a:t> </a:t>
            </a:r>
            <a:r>
              <a:rPr lang="ru-RU" dirty="0" err="1" smtClean="0"/>
              <a:t>табылады</a:t>
            </a:r>
            <a:r>
              <a:rPr lang="ru-RU" dirty="0" smtClean="0"/>
              <a:t>. </a:t>
            </a:r>
            <a:r>
              <a:rPr lang="ru-RU" dirty="0" err="1" smtClean="0"/>
              <a:t>Майсөкті </a:t>
            </a:r>
            <a:r>
              <a:rPr lang="ru-RU" dirty="0" err="1" smtClean="0"/>
              <a:t>дайындағанда қойдың құйрық майын</a:t>
            </a:r>
            <a:r>
              <a:rPr lang="ru-RU" dirty="0" smtClean="0"/>
              <a:t> </a:t>
            </a:r>
            <a:r>
              <a:rPr lang="ru-RU" dirty="0" err="1" smtClean="0"/>
              <a:t>турап</a:t>
            </a:r>
            <a:r>
              <a:rPr lang="ru-RU" dirty="0" smtClean="0"/>
              <a:t> </a:t>
            </a:r>
            <a:r>
              <a:rPr lang="ru-RU" dirty="0" err="1" smtClean="0"/>
              <a:t>шыжғырып, шыжығын алмаған күйінде ақтаған тарыны</a:t>
            </a:r>
            <a:r>
              <a:rPr lang="ru-RU" dirty="0" smtClean="0"/>
              <a:t> </a:t>
            </a:r>
            <a:r>
              <a:rPr lang="ru-RU" dirty="0" err="1" smtClean="0"/>
              <a:t>(сөкті</a:t>
            </a:r>
            <a:r>
              <a:rPr lang="ru-RU" dirty="0" smtClean="0"/>
              <a:t>) </a:t>
            </a:r>
            <a:r>
              <a:rPr lang="ru-RU" dirty="0" err="1" smtClean="0"/>
              <a:t>салып</a:t>
            </a:r>
            <a:r>
              <a:rPr lang="ru-RU" dirty="0" smtClean="0"/>
              <a:t> </a:t>
            </a:r>
            <a:r>
              <a:rPr lang="ru-RU" dirty="0" err="1" smtClean="0"/>
              <a:t>қуырады</a:t>
            </a:r>
            <a:r>
              <a:rPr lang="ru-RU" dirty="0" err="1" smtClean="0"/>
              <a:t>.</a:t>
            </a:r>
            <a:endParaRPr lang="ru-RU" dirty="0" smtClean="0"/>
          </a:p>
          <a:p>
            <a:r>
              <a:rPr lang="ru-RU" dirty="0" err="1" smtClean="0"/>
              <a:t>Майсөктің жасалу</a:t>
            </a:r>
            <a:r>
              <a:rPr lang="ru-RU" dirty="0" smtClean="0"/>
              <a:t> </a:t>
            </a:r>
            <a:r>
              <a:rPr lang="ru-RU" dirty="0" err="1" smtClean="0"/>
              <a:t>жолына</a:t>
            </a:r>
            <a:r>
              <a:rPr lang="ru-RU" dirty="0" smtClean="0"/>
              <a:t> </a:t>
            </a:r>
            <a:r>
              <a:rPr lang="ru-RU" dirty="0" err="1" smtClean="0"/>
              <a:t>келетін</a:t>
            </a:r>
            <a:r>
              <a:rPr lang="ru-RU" dirty="0" smtClean="0"/>
              <a:t> </a:t>
            </a:r>
            <a:r>
              <a:rPr lang="ru-RU" dirty="0" err="1" smtClean="0"/>
              <a:t>болсақ, оған: шай</a:t>
            </a:r>
            <a:r>
              <a:rPr lang="ru-RU" dirty="0" smtClean="0"/>
              <a:t> </a:t>
            </a:r>
            <a:r>
              <a:rPr lang="ru-RU" dirty="0" err="1" smtClean="0"/>
              <a:t>кесе</a:t>
            </a:r>
            <a:r>
              <a:rPr lang="ru-RU" dirty="0" smtClean="0"/>
              <a:t> </a:t>
            </a:r>
            <a:r>
              <a:rPr lang="ru-RU" dirty="0" err="1" smtClean="0"/>
              <a:t>тазартылған </a:t>
            </a:r>
            <a:r>
              <a:rPr lang="ru-RU" dirty="0" smtClean="0"/>
              <a:t>тары, </a:t>
            </a:r>
            <a:r>
              <a:rPr lang="ru-RU" dirty="0" err="1" smtClean="0"/>
              <a:t>қант, тұз, </a:t>
            </a:r>
            <a:r>
              <a:rPr lang="ru-RU" dirty="0" smtClean="0"/>
              <a:t>май </a:t>
            </a:r>
            <a:r>
              <a:rPr lang="ru-RU" dirty="0" err="1" smtClean="0"/>
              <a:t>қосылады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 smtClean="0"/>
              <a:t>Қалай жасалады? Құрамы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k-KZ" dirty="0" smtClean="0"/>
              <a:t>	  Айырмашылықтары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k-KZ" dirty="0" smtClean="0"/>
              <a:t>Қазақтың майсөгі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/>
        <p:txBody>
          <a:bodyPr/>
          <a:lstStyle/>
          <a:p>
            <a:r>
              <a:rPr lang="kk-KZ" dirty="0" smtClean="0"/>
              <a:t>Түріктің пахлавасы</a:t>
            </a:r>
            <a:endParaRPr lang="ru-RU" dirty="0"/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r>
              <a:rPr lang="kk-KZ" dirty="0" smtClean="0"/>
              <a:t>1. Құрамында тары, қант, тұз, май болады.</a:t>
            </a:r>
          </a:p>
          <a:p>
            <a:r>
              <a:rPr lang="kk-KZ" dirty="0" smtClean="0"/>
              <a:t>2. Калориясы өте жоғары, тойымды тағам. (440ккал).</a:t>
            </a:r>
          </a:p>
          <a:p>
            <a:r>
              <a:rPr lang="kk-KZ" dirty="0" smtClean="0"/>
              <a:t>3. Майсөкті түз тағамы деп те атайды, кейбір адамдар оны ауыз бекітер алдында жейді.</a:t>
            </a:r>
            <a:endParaRPr lang="ru-RU" dirty="0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r>
              <a:rPr lang="kk-KZ" dirty="0" smtClean="0"/>
              <a:t>1. Құрамында қамыр, өрік, мейіз, жаңғақ, қант, бал, жұмыртқа және т.б. болады.</a:t>
            </a:r>
          </a:p>
          <a:p>
            <a:r>
              <a:rPr lang="kk-KZ" dirty="0" smtClean="0"/>
              <a:t>2. Калориясы төменірек (351ккал).</a:t>
            </a:r>
          </a:p>
          <a:p>
            <a:r>
              <a:rPr lang="kk-KZ" dirty="0" smtClean="0"/>
              <a:t>3. Пахлавасыз түріктің дастарқанын елестету мүмкін емес, шәйға міндетті түрде қойылады.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 smtClean="0"/>
              <a:t>	   Айырмашылықтары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k-KZ" dirty="0" smtClean="0"/>
              <a:t>Қазақтың майсөгі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/>
        <p:txBody>
          <a:bodyPr/>
          <a:lstStyle/>
          <a:p>
            <a:r>
              <a:rPr lang="kk-KZ" dirty="0" smtClean="0"/>
              <a:t>Грузиннің чурчхеласы</a:t>
            </a:r>
            <a:endParaRPr lang="ru-RU" dirty="0"/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r>
              <a:rPr lang="kk-KZ" dirty="0" smtClean="0"/>
              <a:t>1. Құрамында тары, қант, тұз, май болады.</a:t>
            </a:r>
          </a:p>
          <a:p>
            <a:r>
              <a:rPr lang="kk-KZ" dirty="0" smtClean="0"/>
              <a:t>2. Калориясы </a:t>
            </a:r>
            <a:r>
              <a:rPr lang="kk-KZ" dirty="0" smtClean="0"/>
              <a:t>өте жоғары, тойымды тағам. (440ккал).</a:t>
            </a:r>
          </a:p>
          <a:p>
            <a:r>
              <a:rPr lang="kk-KZ" dirty="0" smtClean="0"/>
              <a:t>3. Сыртқы бейнесінде айырмашылық бар.</a:t>
            </a:r>
            <a:endParaRPr lang="ru-RU" dirty="0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kk-KZ" dirty="0" smtClean="0"/>
              <a:t>1. Құрамында шырын, ұн, жаңғақ және т.б. болады.</a:t>
            </a:r>
          </a:p>
          <a:p>
            <a:r>
              <a:rPr lang="kk-KZ" dirty="0" smtClean="0"/>
              <a:t>2. Калориясы 195ккал.</a:t>
            </a:r>
          </a:p>
          <a:p>
            <a:r>
              <a:rPr lang="kk-KZ" dirty="0" smtClean="0"/>
              <a:t> 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k-KZ" dirty="0" smtClean="0"/>
              <a:t>Қазақтың майсөгі мен үндінің булабының ұқсастықтары: </a:t>
            </a:r>
          </a:p>
          <a:p>
            <a:r>
              <a:rPr lang="kk-KZ" dirty="0" smtClean="0"/>
              <a:t>1) Екеуінің де құрамында тары, қант кездеседі. </a:t>
            </a:r>
          </a:p>
          <a:p>
            <a:r>
              <a:rPr lang="kk-KZ" dirty="0" smtClean="0"/>
              <a:t>2) Екеуі де мерекелік әрі дәмді тағам қатарына жатады. </a:t>
            </a:r>
          </a:p>
          <a:p>
            <a:r>
              <a:rPr lang="kk-KZ" dirty="0" smtClean="0"/>
              <a:t>3) Екі тағамның да денсаулыққа пайдасы мол, калориясы жоғары болып табылады. </a:t>
            </a:r>
          </a:p>
          <a:p>
            <a:r>
              <a:rPr lang="kk-KZ" dirty="0" smtClean="0"/>
              <a:t>4) Екі тағамның да шығу тарихы тереңде жатыр. 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 smtClean="0"/>
              <a:t>Ұқсастықтары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kk-KZ" sz="4000" dirty="0" smtClean="0"/>
              <a:t>НАЗАРЛАРЫҢЫЗҒА РАҚМЕТ!</a:t>
            </a:r>
            <a:endParaRPr lang="ru-RU" sz="4000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ткрытая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Открытая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53</TotalTime>
  <Words>264</Words>
  <Application>Microsoft Office PowerPoint</Application>
  <PresentationFormat>Экран (4:3)</PresentationFormat>
  <Paragraphs>30</Paragraphs>
  <Slides>6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Открытая</vt:lpstr>
      <vt:lpstr>Қазақтың ұлттық тағамы -  майсөк</vt:lpstr>
      <vt:lpstr>Қалай жасалады? Құрамы</vt:lpstr>
      <vt:lpstr>   Айырмашылықтары</vt:lpstr>
      <vt:lpstr>    Айырмашылықтары</vt:lpstr>
      <vt:lpstr>Ұқсастықтары</vt:lpstr>
      <vt:lpstr>Слайд 6</vt:lpstr>
    </vt:vector>
  </TitlesOfParts>
  <Company>Reanimator Extreme Edition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LENOVO</dc:creator>
  <cp:lastModifiedBy>LENOVO</cp:lastModifiedBy>
  <cp:revision>6</cp:revision>
  <dcterms:created xsi:type="dcterms:W3CDTF">2020-12-09T20:33:05Z</dcterms:created>
  <dcterms:modified xsi:type="dcterms:W3CDTF">2020-12-09T21:27:02Z</dcterms:modified>
</cp:coreProperties>
</file>